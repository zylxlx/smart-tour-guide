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8B4513"/>
                </a:solidFill>
              </a:defRPr>
            </a:pPr>
            <a:r>
              <a:t>灵山AI禅意导游系统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基于大模型的智能语音导游小程序</a:t>
            </a:r>
          </a:p>
          <a:p>
            <a:pPr algn="ctr">
              <a:spcBef>
                <a:spcPts val="4000"/>
              </a:spcBef>
              <a:defRPr sz="1800"/>
            </a:pPr>
            <a:r>
              <a:t>慧行 · AI数字人导游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8B4513"/>
                </a:solidFill>
              </a:defRPr>
            </a:pPr>
            <a:r>
              <a:t>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项目名称：灵山AI禅意导游系统（慧行）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项目定位：面向灵山胜境5A景区的AI数字人导游小程序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核心功能：智能问答、路线推荐、伴随式讲解、语音交互、管理后台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技术栈：Taro + React + FastAPI + DeepSeek LLM + Edge-TTS + FunASR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数字人：CSS/视频双模式，小沙弥「慧行」形象，idle/speak/listen/happy四态动画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目标用户：灵山胜境游客（C端）+ 景区管理运营人员（B端）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8B4513"/>
                </a:solidFill>
              </a:defRPr>
            </a:pPr>
            <a:r>
              <a:t>需求分析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游客端：智能问答（文字+语音）→ 获取景点信息、佛教文化、游览建议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游客端：个性化路线推荐 → 五条主题路线，一键获取详细行程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游客端：伴随式讲解 → 按景点顺序自动播报，模拟真人导游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游客端：数字人交互 → 虚拟导游慧行通过视频动画陪伴全程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管理端：数据大屏 → 服务统计、热门问答、情感分析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管理端：用户闭环 → 登录→对话→反馈全链路追踪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管理端：知识库管理 → 文档上传、条目编辑、向量检索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8B4513"/>
                </a:solidFill>
              </a:defRPr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展示层：Taro 4.2 微信小程序 → SCSS自定义UI + Video数字人组件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网关层：Nginx（可选）+ FastAPI CORS中间件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业务层：FastAPI → /api/chat（对话）、/api/admin（管理）、/api/chat/tour（讲解）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AI层：DeepSeek Chat（LLM对话+情感分析）、Edge-TTS（语音合成）、FunASR（语音识别）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数据层：SQLite（对话记录）、FAISS（向量检索）、JSON文件（知识库/反馈/登录）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部署方案：Docker Compose → 后端+前端容器化，支持一键部署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8B4513"/>
                </a:solidFill>
              </a:defRPr>
            </a:pPr>
            <a:r>
              <a:t>技术选型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前端：Taro 4.2.0 + React 18 + SCSS → 编译为微信原生小程序代码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后端：FastAPI 0.137.0 → 异步高性能、自动生成API文档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大模型：DeepSeek Chat → 国产大模型，性价比高，支持中文理解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语音合成：Microsoft Edge-TTS → 免费云端TTS，中文女声XiaoxiaoNeural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语音识别：FunASR Paraformer-zh → 阿里达摩院开源，CPU可运行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向量检索：FAISS + BGE-small-zh-v1.5 → 开源向量数据库+中文嵌入模型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数字人：H.264 MP4视频 → 小程序原生Video组件，兼容性好体积小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8B4513"/>
                </a:solidFill>
              </a:defRPr>
            </a:pPr>
            <a:r>
              <a:t>实现方案：智能问答流程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用户输入文字/语音 → POST /api/chat/send → 后端RAG检索 + LLM生成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并行优化：LLM对话 + 情感分析 → asyncio.gather 同时调用，减少等待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TTS优化：后端在生成回复时同步合成语音URL，前端无二次请求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前端播放：拿到tts_url直接调用Taro.createInnerAudioContext播放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语音输入：长按录音 → FunASR转文字 → 景点名模糊纠错 → 发送对话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数字人联动：speaking状态 → dh-speak视频；非speaking → dh-idle视频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8B4513"/>
                </a:solidFill>
              </a:defRPr>
            </a:pPr>
            <a:r>
              <a:t>实现方案：伴随式讲解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触发：用户点击偏好标签 → POST /api/chat/tour/start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后端处理：拆分路线景点 → 一次LLM调用生成全部景点介绍 → 并发生成TTS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前端播放：按index顺序自动播放 → onEnded自动+1下一站 → 循环至结束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控制面板：⏸暂停/▶继续/⏭下一站/⏹结束 → 覆盖全部游客需求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数字人联动：播放中→dh-speak；暂停/结束/空闲→dh-idle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性能：8个景点TTS从24s优化到3.6s（去逐景点LLM，一次调用全部生成）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8B4513"/>
                </a:solidFill>
              </a:defRPr>
            </a:pPr>
            <a:r>
              <a:t>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① 伴随式语音讲解：区别于传统一问一答，按路线景点顺序自动连续播报，模拟真人导游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② TTS与文字同返：后端一次响应包含文字+语音URL，前端零等待直接播放，减少50%交互延迟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③ 数字人状态自动联动：idle/speak由单一speaking变量useEffect自动控制，零状态错乱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④ 用户闭环管理：登录→对话→反馈三段闭环，运营数据驱动决策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⑤ 全栈国产化/开源：DeepSeek+FunASR+FastAPI+Taro，降低部署成本，保障数据安全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8B4513"/>
                </a:solidFill>
              </a:defRPr>
            </a:pPr>
            <a:r>
              <a:t>测试情况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功能测试：全部API接口验证通过，错误处理机制完善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性能测试：伴随讲解TTS批量生成 24s→3.6s，AI对话含TTS约3-5s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兼容性测试：iPhone 14 / 小米13真机测试通过，视频H.264编码解决播放问题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包体积：小程序dist &lt;2MB，符合微信2MB限制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管理后台：全部数据模块加载正常，示例数据展示完整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8B4513"/>
                </a:solidFill>
              </a:defRPr>
            </a:pPr>
            <a:r>
              <a:t>团队分工与致谢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项目负责人：架构设计、技术选型、项目管理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后端开发：FastAPI接口、LLM集成、RAG知识库、TTS/ASR服务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前端开发：Taro小程序、UI设计、数字人组件、语音交互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AI算法：模型选型与调优、Prompt工程设计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测试与文档：功能/性能测试、文档撰写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感谢各位评委老师的指导！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